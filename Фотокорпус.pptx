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онцепция бренда ФОТОКОРПУ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Производственный процесс: от коробки до карточки за 48 час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Целевая аудитория: продавцы со своим товар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онкуренция: кто решает ту же задач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Реклама: идём туда, где сидят наши продавц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Позиционирование: что продаём и почему выбирают на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оган: «Снято честно. Проверено кликом.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: буква Ф в фокус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ФОТОКОРПУС — концепция бренда</dc:title>
  <dc:subject>PptxGenJS Presentation</dc:subject>
  <dc:creator>PptxGenJS</dc:creator>
  <cp:lastModifiedBy>PptxGenJS</cp:lastModifiedBy>
  <cp:revision>1</cp:revision>
  <dcterms:created xsi:type="dcterms:W3CDTF">2026-10-26T14:30:33Z</dcterms:created>
  <dcterms:modified xsi:type="dcterms:W3CDTF">2026-10-26T14:30:33Z</dcterms:modified>
</cp:coreProperties>
</file>