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Концепция бренда ФОТОКОРПУ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Производственный процесс: от коробки до карточки за 48 часо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Целевая аудитория: продавцы со своим товаро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Конкуренция: кто решает ту же задач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Реклама: идём туда, где сидят наши продавц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Позиционирование: что продаём и почему выбирают на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оган: «Снято честно. Проверено кликом.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Логотип: буква Ф в фокус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ФОТОКОРПУС — концепция бренда</dc:title>
  <dc:subject>PptxGenJS Presentation</dc:subject>
  <dc:creator>PptxGenJS</dc:creator>
  <cp:lastModifiedBy>PptxGenJS</cp:lastModifiedBy>
  <cp:revision>1</cp:revision>
  <dcterms:created xsi:type="dcterms:W3CDTF">2026-10-26T15:47:23Z</dcterms:created>
  <dcterms:modified xsi:type="dcterms:W3CDTF">2026-10-26T15:47:23Z</dcterms:modified>
</cp:coreProperties>
</file>